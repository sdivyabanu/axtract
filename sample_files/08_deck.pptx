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AXTRACT 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Subtitle: PPTX extraction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review</a:t>
            </a:r>
          </a:p>
          <a:p>
            <a:r>
              <a:t>Regional table</a:t>
            </a:r>
          </a:p>
          <a:p>
            <a:r>
              <a:t>Chart image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Revenue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7863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FY2023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Change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Asia 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LATAM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1,234.56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(1,234)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Revenue Bar Chart</a:t>
            </a:r>
          </a:p>
        </p:txBody>
      </p:sp>
      <p:pic>
        <p:nvPicPr>
          <p:cNvPr id="3" name="Picture 2" descr="char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6400800" cy="400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